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 action="ppaction://hlinksldjump"/>
          </p:cNvPr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000000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me to go to slide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 action="ppaction://hlinksldjump"/>
          </p:cNvPr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000000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reached slide 2! Click to go back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2026-10-03T16:46:18Z</dcterms:created>
  <dcterms:modified xsi:type="dcterms:W3CDTF">2026-10-03T16:46:18Z</dcterms:modified>
</cp:coreProperties>
</file>